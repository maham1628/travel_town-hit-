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54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0829FA0-B59E-4342-B8A8-2BC38A4943B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BF36D7-343E-4109-8FA7-86C2F3334D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 smtClean="0"/>
              <a:t>Presented by: </a:t>
            </a:r>
            <a:r>
              <a:rPr lang="en-US" dirty="0" smtClean="0"/>
              <a:t>(</a:t>
            </a:r>
            <a:r>
              <a:rPr lang="en-US" dirty="0" err="1" smtClean="0"/>
              <a:t>Maham</a:t>
            </a:r>
            <a:r>
              <a:rPr lang="en-US" dirty="0" smtClean="0"/>
              <a:t> </a:t>
            </a:r>
            <a:r>
              <a:rPr lang="en-US" dirty="0" err="1" smtClean="0"/>
              <a:t>Arshad</a:t>
            </a:r>
            <a:r>
              <a:rPr lang="en-US" dirty="0" smtClean="0"/>
              <a:t>(Sp’24-BSSE-003))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Course: </a:t>
            </a:r>
            <a:r>
              <a:rPr lang="en-US" dirty="0" smtClean="0"/>
              <a:t>(Game Programming)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Instructor: </a:t>
            </a:r>
            <a:r>
              <a:rPr lang="en-US" dirty="0" smtClean="0"/>
              <a:t>(</a:t>
            </a:r>
            <a:r>
              <a:rPr lang="en-US" dirty="0" err="1" smtClean="0"/>
              <a:t>Amna</a:t>
            </a:r>
            <a:r>
              <a:rPr lang="en-US" dirty="0" smtClean="0"/>
              <a:t> </a:t>
            </a:r>
            <a:r>
              <a:rPr lang="en-US" dirty="0" err="1" smtClean="0"/>
              <a:t>L</a:t>
            </a:r>
            <a:r>
              <a:rPr lang="en-US" dirty="0" err="1" smtClean="0"/>
              <a:t>odhi</a:t>
            </a:r>
            <a:r>
              <a:rPr lang="en-US" dirty="0" smtClean="0"/>
              <a:t>)</a:t>
            </a:r>
          </a:p>
          <a:p>
            <a:pPr algn="l"/>
            <a:r>
              <a:rPr lang="en-US" dirty="0" smtClean="0"/>
              <a:t>Department:(Computing and Innovation)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Travel Town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2860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/>
              <a:t>Travel Town is a merge-based puzzle game</a:t>
            </a:r>
            <a:r>
              <a:rPr lang="en-US" dirty="0" smtClean="0"/>
              <a:t>.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In this game, players combine similar items to create new and more advanced items</a:t>
            </a:r>
            <a:r>
              <a:rPr lang="en-US" dirty="0" smtClean="0"/>
              <a:t>.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The main objective is to rebuild a town and unlock new areas.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Introduction of the Game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971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smtClean="0"/>
              <a:t>Game Loop = A repeating cycle of actions in a </a:t>
            </a:r>
            <a:r>
              <a:rPr lang="en-US" dirty="0" smtClean="0"/>
              <a:t>game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Travel </a:t>
            </a:r>
            <a:r>
              <a:rPr lang="en-US" dirty="0" smtClean="0"/>
              <a:t>Town Game Loop</a:t>
            </a:r>
            <a:r>
              <a:rPr lang="en-US" dirty="0" smtClean="0"/>
              <a:t>:</a:t>
            </a:r>
          </a:p>
          <a:p>
            <a:pPr lvl="3" algn="l">
              <a:buFont typeface="Arial" pitchFamily="34" charset="0"/>
              <a:buChar char="•"/>
            </a:pPr>
            <a:r>
              <a:rPr lang="en-US" dirty="0" smtClean="0"/>
              <a:t>Player generates </a:t>
            </a:r>
            <a:r>
              <a:rPr lang="en-US" dirty="0" smtClean="0"/>
              <a:t>items</a:t>
            </a:r>
          </a:p>
          <a:p>
            <a:pPr lvl="3" algn="l">
              <a:buFont typeface="Arial" pitchFamily="34" charset="0"/>
              <a:buChar char="•"/>
            </a:pPr>
            <a:r>
              <a:rPr lang="en-US" dirty="0" smtClean="0"/>
              <a:t>Player merges similar </a:t>
            </a:r>
            <a:r>
              <a:rPr lang="en-US" dirty="0" smtClean="0"/>
              <a:t>items</a:t>
            </a:r>
          </a:p>
          <a:p>
            <a:pPr lvl="3" algn="l">
              <a:buFont typeface="Arial" pitchFamily="34" charset="0"/>
              <a:buChar char="•"/>
            </a:pPr>
            <a:r>
              <a:rPr lang="en-US" dirty="0" smtClean="0"/>
              <a:t>New items are </a:t>
            </a:r>
            <a:r>
              <a:rPr lang="en-US" dirty="0" smtClean="0"/>
              <a:t>unlocked</a:t>
            </a:r>
          </a:p>
          <a:p>
            <a:pPr lvl="3" algn="l">
              <a:buFont typeface="Arial" pitchFamily="34" charset="0"/>
              <a:buChar char="•"/>
            </a:pPr>
            <a:r>
              <a:rPr lang="en-US" dirty="0" smtClean="0"/>
              <a:t>Tasks are </a:t>
            </a:r>
            <a:r>
              <a:rPr lang="en-US" dirty="0" smtClean="0"/>
              <a:t>completed</a:t>
            </a:r>
          </a:p>
          <a:p>
            <a:pPr lvl="3" algn="l">
              <a:buFont typeface="Arial" pitchFamily="34" charset="0"/>
              <a:buChar char="•"/>
            </a:pPr>
            <a:r>
              <a:rPr lang="en-US" dirty="0" smtClean="0"/>
              <a:t>Rewards are </a:t>
            </a:r>
            <a:r>
              <a:rPr lang="en-US" dirty="0" smtClean="0"/>
              <a:t>earned</a:t>
            </a:r>
          </a:p>
          <a:p>
            <a:pPr lvl="3" algn="l">
              <a:buFont typeface="Arial" pitchFamily="34" charset="0"/>
              <a:buChar char="•"/>
            </a:pPr>
            <a:r>
              <a:rPr lang="en-US" dirty="0" smtClean="0"/>
              <a:t>Energy is consumed → wait or refill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 smtClean="0"/>
              <a:t>The loop repeats continuously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Game Loop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895600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/>
              <a:t>Merging Logic:</a:t>
            </a:r>
            <a:br>
              <a:rPr lang="en-US" dirty="0" smtClean="0"/>
            </a:br>
            <a:r>
              <a:rPr lang="en-US" dirty="0" smtClean="0"/>
              <a:t>Two identical items combine into one upgraded item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Level System:</a:t>
            </a:r>
            <a:br>
              <a:rPr lang="en-US" dirty="0" smtClean="0"/>
            </a:br>
            <a:r>
              <a:rPr lang="en-US" dirty="0" smtClean="0"/>
              <a:t>Each item has a level</a:t>
            </a:r>
            <a:br>
              <a:rPr lang="en-US" dirty="0" smtClean="0"/>
            </a:br>
            <a:r>
              <a:rPr lang="en-US" dirty="0" smtClean="0"/>
              <a:t>Example: Level 1 + Level 1 → Level 2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Energy System:</a:t>
            </a:r>
            <a:br>
              <a:rPr lang="en-US" dirty="0" smtClean="0"/>
            </a:br>
            <a:r>
              <a:rPr lang="en-US" dirty="0" smtClean="0"/>
              <a:t>Every action consumes energy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Reward System:</a:t>
            </a:r>
            <a:br>
              <a:rPr lang="en-US" dirty="0" smtClean="0"/>
            </a:br>
            <a:r>
              <a:rPr lang="en-US" dirty="0" smtClean="0"/>
              <a:t>Completing tasks gives coins and experience </a:t>
            </a:r>
            <a:r>
              <a:rPr lang="en-US" dirty="0" smtClean="0"/>
              <a:t>points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Mathematical Logic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7432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 smtClean="0"/>
              <a:t>The game follows a modular programming structure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/>
              <a:t>Main Components:</a:t>
            </a:r>
            <a:br>
              <a:rPr lang="en-US" dirty="0" smtClean="0"/>
            </a:br>
            <a:r>
              <a:rPr lang="en-US" dirty="0" smtClean="0"/>
              <a:t>Player Class</a:t>
            </a:r>
            <a:br>
              <a:rPr lang="en-US" dirty="0" smtClean="0"/>
            </a:br>
            <a:r>
              <a:rPr lang="en-US" dirty="0" smtClean="0"/>
              <a:t>Item Class</a:t>
            </a:r>
            <a:br>
              <a:rPr lang="en-US" dirty="0" smtClean="0"/>
            </a:br>
            <a:r>
              <a:rPr lang="en-US" dirty="0" smtClean="0"/>
              <a:t>Game Manager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/>
              <a:t>Key Functions:</a:t>
            </a:r>
            <a:br>
              <a:rPr lang="en-US" dirty="0" smtClean="0"/>
            </a:br>
            <a:r>
              <a:rPr lang="en-US" dirty="0" err="1" smtClean="0"/>
              <a:t>MergeItems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err="1" smtClean="0"/>
              <a:t>GenerateItem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err="1" smtClean="0"/>
              <a:t>CompleteTask</a:t>
            </a:r>
            <a:r>
              <a:rPr lang="en-US" dirty="0" smtClean="0"/>
              <a:t>()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/>
              <a:t>Data Handling:</a:t>
            </a:r>
            <a:br>
              <a:rPr lang="en-US" dirty="0" smtClean="0"/>
            </a:br>
            <a:r>
              <a:rPr lang="en-US" dirty="0" smtClean="0"/>
              <a:t>Arrays or lists are used to store </a:t>
            </a:r>
            <a:r>
              <a:rPr lang="en-US" dirty="0" smtClean="0"/>
              <a:t>items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Code Structure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828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Feature          Unity			Visual Studio</a:t>
            </a:r>
            <a:r>
              <a:rPr lang="en-US" dirty="0" smtClean="0"/>
              <a:t> Purpose </a:t>
            </a:r>
            <a:r>
              <a:rPr lang="en-US" dirty="0" smtClean="0"/>
              <a:t>        Game Development                   Code Editor</a:t>
            </a:r>
          </a:p>
          <a:p>
            <a:r>
              <a:rPr lang="en-US" dirty="0" smtClean="0"/>
              <a:t>Language               C#                         </a:t>
            </a:r>
            <a:r>
              <a:rPr lang="en-US" dirty="0" smtClean="0"/>
              <a:t>Multiple Languages</a:t>
            </a:r>
            <a:endParaRPr lang="en-US" dirty="0" smtClean="0"/>
          </a:p>
          <a:p>
            <a:r>
              <a:rPr lang="en-US" dirty="0" smtClean="0"/>
              <a:t>Us  Game </a:t>
            </a:r>
            <a:r>
              <a:rPr lang="en-US" dirty="0" smtClean="0"/>
              <a:t>design &amp; </a:t>
            </a:r>
            <a:r>
              <a:rPr lang="en-US" dirty="0" smtClean="0"/>
              <a:t>execution   Code </a:t>
            </a:r>
            <a:r>
              <a:rPr lang="en-US" dirty="0" smtClean="0"/>
              <a:t>writing &amp; debugging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Unity </a:t>
            </a:r>
            <a:r>
              <a:rPr lang="en-US" b="1" dirty="0" err="1" smtClean="0">
                <a:latin typeface="Arial Black" pitchFamily="34" charset="0"/>
              </a:rPr>
              <a:t>vs</a:t>
            </a:r>
            <a:r>
              <a:rPr lang="en-US" b="1" dirty="0" smtClean="0">
                <a:latin typeface="Arial Black" pitchFamily="34" charset="0"/>
              </a:rPr>
              <a:t> Visual Studio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0574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/>
              <a:t>The game is most likely developed using </a:t>
            </a:r>
            <a:r>
              <a:rPr lang="en-US" dirty="0" smtClean="0"/>
              <a:t>Unity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Unity is a popular game development </a:t>
            </a:r>
            <a:r>
              <a:rPr lang="en-US" dirty="0" smtClean="0"/>
              <a:t>engine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It uses the C# programming </a:t>
            </a:r>
            <a:r>
              <a:rPr lang="en-US" dirty="0" smtClean="0"/>
              <a:t>language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It is widely used for mobile game development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Game IDE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9812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/>
              <a:t>Travel Town likely uses Unity with Visual </a:t>
            </a:r>
            <a:r>
              <a:rPr lang="en-US" dirty="0" smtClean="0"/>
              <a:t>Studio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Both tools work </a:t>
            </a:r>
            <a:r>
              <a:rPr lang="en-US" dirty="0" smtClean="0"/>
              <a:t>together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Unity handles visuals and </a:t>
            </a:r>
            <a:r>
              <a:rPr lang="en-US" dirty="0" err="1" smtClean="0"/>
              <a:t>gameplay</a:t>
            </a:r>
            <a:endParaRPr lang="en-US" dirty="0" smtClean="0"/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Visual Studio manages the code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Comparison with Game IDE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304800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 </a:t>
            </a:r>
            <a:r>
              <a:rPr lang="en-US" dirty="0" smtClean="0"/>
              <a:t>      Strengths:	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Simple </a:t>
            </a:r>
            <a:r>
              <a:rPr lang="en-US" dirty="0" smtClean="0"/>
              <a:t>and easy-to-understand </a:t>
            </a:r>
            <a:r>
              <a:rPr lang="en-US" dirty="0" err="1" smtClean="0"/>
              <a:t>gameplay</a:t>
            </a:r>
            <a:endParaRPr lang="en-US" dirty="0" smtClean="0"/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Addictive </a:t>
            </a:r>
            <a:r>
              <a:rPr lang="en-US" dirty="0" smtClean="0"/>
              <a:t>game </a:t>
            </a:r>
            <a:r>
              <a:rPr lang="en-US" dirty="0" smtClean="0"/>
              <a:t>loop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User-friendly </a:t>
            </a:r>
            <a:r>
              <a:rPr lang="en-US" dirty="0" smtClean="0"/>
              <a:t>interface</a:t>
            </a:r>
            <a:endParaRPr lang="en-US" dirty="0" smtClean="0"/>
          </a:p>
          <a:p>
            <a:pPr lvl="1" algn="l"/>
            <a:r>
              <a:rPr lang="en-US" dirty="0" smtClean="0"/>
              <a:t>Weaknesses:</a:t>
            </a:r>
          </a:p>
          <a:p>
            <a:pPr lvl="2" algn="l">
              <a:buFont typeface="Arial" pitchFamily="34" charset="0"/>
              <a:buChar char="•"/>
            </a:pPr>
            <a:r>
              <a:rPr lang="en-US" dirty="0" smtClean="0"/>
              <a:t>Energy system limits </a:t>
            </a:r>
            <a:r>
              <a:rPr lang="en-US" dirty="0" err="1" smtClean="0"/>
              <a:t>gameplay</a:t>
            </a:r>
            <a:endParaRPr lang="en-US" dirty="0" smtClean="0"/>
          </a:p>
          <a:p>
            <a:pPr lvl="2" algn="l">
              <a:buFont typeface="Arial" pitchFamily="34" charset="0"/>
              <a:buChar char="•"/>
            </a:pPr>
            <a:r>
              <a:rPr lang="en-US" dirty="0" smtClean="0"/>
              <a:t>Repetitive actions over time 	</a:t>
            </a:r>
            <a:endParaRPr lang="en-US" dirty="0" smtClean="0"/>
          </a:p>
          <a:p>
            <a:pPr lvl="1" algn="l"/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Postmortem Analysis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2098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/>
              <a:t>Travel Town is a successful merge-based </a:t>
            </a:r>
            <a:r>
              <a:rPr lang="en-US" dirty="0" smtClean="0"/>
              <a:t>game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It uses a strong and engaging game </a:t>
            </a:r>
            <a:r>
              <a:rPr lang="en-US" dirty="0" smtClean="0"/>
              <a:t>loop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Mathematical logic is simple but </a:t>
            </a:r>
            <a:r>
              <a:rPr lang="en-US" dirty="0" smtClean="0"/>
              <a:t>effective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Tools like Unity make development easier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Conclusion</a:t>
            </a:r>
            <a:endParaRPr lang="en-US" b="1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55</TotalTime>
  <Words>211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Equity</vt:lpstr>
      <vt:lpstr>Travel Town</vt:lpstr>
      <vt:lpstr>Introduction of the Game</vt:lpstr>
      <vt:lpstr>Game Loop</vt:lpstr>
      <vt:lpstr>Mathematical Logic</vt:lpstr>
      <vt:lpstr>Code Structure</vt:lpstr>
      <vt:lpstr>Unity vs Visual Studio</vt:lpstr>
      <vt:lpstr>Game IDE</vt:lpstr>
      <vt:lpstr>Comparison with Game IDE</vt:lpstr>
      <vt:lpstr>Postmortem Analysis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Town</dc:title>
  <dc:creator>chaudhary</dc:creator>
  <cp:lastModifiedBy>chaudhary</cp:lastModifiedBy>
  <cp:revision>8</cp:revision>
  <dcterms:created xsi:type="dcterms:W3CDTF">2026-05-05T07:54:12Z</dcterms:created>
  <dcterms:modified xsi:type="dcterms:W3CDTF">2026-05-05T08:49:19Z</dcterms:modified>
</cp:coreProperties>
</file>